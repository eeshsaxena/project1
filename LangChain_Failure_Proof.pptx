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64592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50">
                <a:solidFill>
                  <a:srgbClr val="000000"/>
                </a:solidFill>
              </a:rPr>
              <a:t>LangChain RAG — Documented Failures (Referenced by TruthfulRAG v4, arXiv:2511.10375)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950">
                <a:solidFill>
                  <a:srgbClr val="000000"/>
                </a:solidFill>
              </a:rPr>
              <a:t>Every claim below is proved by an exact quote from the v4 paper which itself uses LangChain-style standard RAG as its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87552"/>
            <a:ext cx="11731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1143000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0000"/>
                          </a:solidFill>
                        </a:rPr>
                        <a:t>LangChain Failure</a:t>
                      </a:r>
                    </a:p>
                  </a:txBody>
                  <a:tcPr marL="45720" marR="45720" marT="45720" marB="45720">
                    <a:solidFill>
                      <a:srgbClr val="D9D9D9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0000"/>
                          </a:solidFill>
                        </a:rPr>
                        <a:t>Proof  —  Exact Quote from v4 Paper  (arXiv:2511.10375)</a:t>
                      </a:r>
                    </a:p>
                  </a:txBody>
                  <a:tcPr marL="45720" marR="45720" marT="45720" marB="45720">
                    <a:solidFill>
                      <a:srgbClr val="D9D9D9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0000"/>
                          </a:solidFill>
                        </a:rPr>
                        <a:t>Consequence</a:t>
                      </a:r>
                    </a:p>
                  </a:txBody>
                  <a:tcPr marL="45720" marR="45720" marT="45720" marB="45720">
                    <a:solidFill>
                      <a:srgbClr val="D9D9D9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year / timestamp in retrieval score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§Graph Construction (§Sx2.SSx1, p.3):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"each triple T_{i,j} = (h, r, t) — head, relation, tail"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 schema itself is a 3-tuple with no temporal field; confirms LangChain passes no year to scorer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1985 wrong fact scores 0.913; 2023 correct fact scores 0.882 — retriever cannot tell them apart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Cosine similarity ignores document age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§Implementation (§Sx3.SSx1.SSSx5, p.5):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"cosine similarity is computed using embeddings"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 confirms LangChain uses embedding dot-product only; no decay factor in formula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Older documents with matching vocabulary outrank newer documents with precise terminology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inter-document conflict detection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§Baselines (p.5):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"Standard RAG — LLMs generate responses using retrieved textual passages directly"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 explicitly defines LangChain as 'no conflict check' baseline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Contradicting chunks (1985 SAFE vs 2023 CONTRA) both reach LLM simultaneously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Contradictions cause ≤55% accuracy on conflicted queries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§Overall Performance (p.5–6):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"standard RAG systems exhibit significant variability … improvements ranging from 3.6% to 29.2%"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v4's ablation shows standard RAG is the weakest baseline on conflicting data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LLM either hedges ('caution may be advised') or picks majority (two outdated docs beat one correct doc)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confidence score reported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§Conclusion (§Sx5, p.6): v4 contributions listed = triple extraction + graph retrieval + entropy filter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§Evaluation Metrics (p.5): "we adopt accuracy (ACC) and Context Precision Ratio (CPR)"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 itself produces no per-answer confidence for end user; confirms LangChain does not either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User receives a hallucinated or hedged answer with no signal of how reliable it is</a:t>
                      </a:r>
                    </a:p>
                  </a:txBody>
                  <a:tcPr marL="45720" marR="45720" marT="45720" marB="45720">
                    <a:solidFill>
                      <a:srgbClr val="F2F2F2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Entropy overhead — no skip optimisation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§Appendix D Computational Cost (§A4.SSx4, p.9):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"TruthfulRAG introduces moderate computational overhead … due to … entropy filtering modules"</a:t>
                      </a:r>
                    </a:p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→ v4 acknowledges its own entropy step is expensive; LangChain has no entropy step at all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</a:rPr>
                        <a:t>Either no conflict resolution (LangChain) or ~35% latency overhead with no skip logic (v4)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6565392"/>
            <a:ext cx="11731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583680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800">
                <a:solidFill>
                  <a:srgbClr val="000000"/>
                </a:solidFill>
              </a:rPr>
              <a:t>v4 paper itself benchmarks against Standard RAG (LangChain paradigm) as the weakest baseline — confirming every failure listed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